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45f73d2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45f73d2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045f73d2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045f73d2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2edf67bd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2edf67bd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045f73d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045f73d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6855fa3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6855fa3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045f73d2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045f73d2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045f73d2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045f73d2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045f73d2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045f73d2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045f73d2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045f73d2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45f73d2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45f73d2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045f73d2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045f73d2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045f73d2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045f73d2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45f73d2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45f73d2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1f6e69d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1f6e69d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openfeed.icu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Martin Orav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Millest mäng räägib?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highlight>
                  <a:srgbClr val="274E13"/>
                </a:highlight>
              </a:rPr>
              <a:t>Vaatlemisest, jälgimisest, anonüümsusest internetis, moraalsed valikud.</a:t>
            </a:r>
            <a:endParaRPr b="1">
              <a:solidFill>
                <a:schemeClr val="lt1"/>
              </a:solidFill>
              <a:highlight>
                <a:srgbClr val="274E13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Mängija vaatab erinevaid live feede, kuni märkab midagi, mis ei peaks seal olema.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Teema: inimlik uudishimu ja selle tumedam pool.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lt1"/>
                </a:solidFill>
                <a:highlight>
                  <a:srgbClr val="274E13"/>
                </a:highlight>
              </a:rPr>
              <a:t>Sõnum: “Kui midagi on avalik, ei tähenda see, et peaksid seda nägema.”</a:t>
            </a:r>
            <a:endParaRPr b="1">
              <a:solidFill>
                <a:schemeClr val="lt1"/>
              </a:solidFill>
              <a:highlight>
                <a:srgbClr val="274E13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Eesmärk ja sihtrühm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Sihtrühm: </a:t>
            </a: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mängijad, kes naudivad atmosfäärilist lühikest õudust</a:t>
            </a: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Ebamugav ja reaalsuse hägustumine, mitte jumpscare õudus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Tüüpiline kestus: 20-30 minutit.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Core loop</a:t>
            </a: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- 2 loop olekut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1. Kaameravoor (investigation loop)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Mängija uurib erinevaid feed’e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Märkab väikseid muutusi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Lahendab lihtsaid observation puzzle’id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Pingetase tõuseb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943300" y="1152475"/>
            <a:ext cx="37575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2. Sõiduvoor (reflection loop)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Mängija sõidab mööda öist keskkonda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Kuulab raadios kummalisi ülekandeid - audio-based puzzle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Tekib lühike hingamisruum enne uut pinget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Atmosfäär muutub iga tsükliga üha ebaloomulikumaks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Mehhaanikad 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Mängija uurib erinevaid live feede veebilehel “openfeed.icu”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Kaameraid vahetades tuleb märgata väikeseid muudatusi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Osa mehhaanikast on visuaalne uurimine: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objektid, mis kaovad või ilmuvad, muudavad asukohta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glitchid, mis vihjavad uuele feedile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Mõni vihje tuleb helist (EAS teadaanded, raadiosignaalid)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Märkamine ja seoste loomine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 rot="-1059812">
            <a:off x="1778397" y="2220581"/>
            <a:ext cx="3220218" cy="5723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520">
                <a:solidFill>
                  <a:schemeClr val="lt1"/>
                </a:solidFill>
                <a:highlight>
                  <a:srgbClr val="4BA431"/>
                </a:highlight>
                <a:latin typeface="Courier New"/>
                <a:ea typeface="Courier New"/>
                <a:cs typeface="Courier New"/>
                <a:sym typeface="Courier New"/>
              </a:rPr>
              <a:t>CORE LOOP SKEEM</a:t>
            </a:r>
            <a:endParaRPr sz="1520">
              <a:solidFill>
                <a:schemeClr val="lt1"/>
              </a:solidFill>
              <a:highlight>
                <a:srgbClr val="4BA43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6" name="Google Shape;86;p18" title="Screenshot 2025-11-19 2257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3550" y="709338"/>
            <a:ext cx="3560825" cy="430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Žanr ja mängutüüp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Žanr: psychological + analog horror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Vorm: lühike narratiivne kogemus, pigem lineaarne, kuid mitme lõpuga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Stiil: low-poly PSX retro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Interaktiivne vaatlemismäng (observation game) - uurimispõhine kogemus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Maailma disain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Enamus mängumaailmast leiab aset ekraanivaates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Mitmed lihtsad 3D keskkonnad, mida </a:t>
            </a: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näidatakse</a:t>
            </a: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 mängijale kaamera vaatepunktist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Tühi bensiinijaam, öine tänavanurk, koridor, kontoriruum, metsateed või kellegi kodu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Alguses ebatavalised ja argielulised, hiljem rohkem disturbing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Keskkondi iseloomustab pisut õõvastav tühjus ja üksildus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Lugu ja narratiiv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GB" sz="1695">
                <a:solidFill>
                  <a:schemeClr val="lt1"/>
                </a:solidFill>
                <a:highlight>
                  <a:schemeClr val="dk1"/>
                </a:highlight>
              </a:rPr>
              <a:t>Peategelane satub öösel juhuslikult veebilehele, mis koondab avalikke turvakaameraid üle maailma</a:t>
            </a:r>
            <a:endParaRPr sz="1695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-GB" sz="1695">
                <a:solidFill>
                  <a:schemeClr val="lt1"/>
                </a:solidFill>
                <a:highlight>
                  <a:schemeClr val="dk1"/>
                </a:highlight>
              </a:rPr>
              <a:t>Ühel hetkel ilmub kaadrisse midagi murettekitavat näiteks kuritegu mida ei tohiks otsekaameras näha</a:t>
            </a:r>
            <a:endParaRPr sz="1695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-GB" sz="1695">
                <a:solidFill>
                  <a:schemeClr val="lt1"/>
                </a:solidFill>
                <a:highlight>
                  <a:schemeClr val="dk1"/>
                </a:highlight>
              </a:rPr>
              <a:t>Kaamerad muutuvad üha isiklikumaks ja tekib tunne et keegi on teadlik vaatleja olemasolust</a:t>
            </a:r>
            <a:endParaRPr sz="1695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-GB" sz="1695">
                <a:solidFill>
                  <a:schemeClr val="lt1"/>
                </a:solidFill>
                <a:highlight>
                  <a:schemeClr val="dk1"/>
                </a:highlight>
              </a:rPr>
              <a:t>Keegi hakkab iga korraga talle lähedamale jõudma</a:t>
            </a:r>
            <a:endParaRPr sz="1695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-GB" sz="1695">
                <a:solidFill>
                  <a:schemeClr val="lt1"/>
                </a:solidFill>
                <a:highlight>
                  <a:schemeClr val="dk1"/>
                </a:highlight>
              </a:rPr>
              <a:t>Moraalne valik - report crime or not</a:t>
            </a:r>
            <a:endParaRPr sz="1695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695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695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Tegelased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Peategelane: ei keegi oluline, insomniac, harjunud surfama öösel foorumites ja kummalistes veebilehtedes. Tavaline inimene, kes satub valesse kohta valel ajal.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Tegelast otseselt ei näidata, näha ainult käed klaviatuuril või autoroolil.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NPC-d on pigem keskkonna osa.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Ainuke recurring tegelane peale peategelase mingisugune tundmatu kujutis, kes ilmub mängu jooksul rohkem ja rohkem kohtadesse, kus ta ei peaks olema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Visuaalne stiil ja esteetika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highlight>
                  <a:schemeClr val="dk1"/>
                </a:highlight>
              </a:rPr>
              <a:t>PSX low-poly graafika, madalad tekstuurid, sumisevad lambid</a:t>
            </a:r>
            <a:endParaRPr sz="16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lt1"/>
                </a:solidFill>
                <a:highlight>
                  <a:schemeClr val="dk1"/>
                </a:highlight>
              </a:rPr>
              <a:t>UI - roheline CRT terminal glow, katkised menüüd, “No Signal” ekraanid jne</a:t>
            </a:r>
            <a:endParaRPr sz="1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17" name="Google Shape;117;p23" title="palett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089299"/>
            <a:ext cx="1745400" cy="130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3" title="palett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10800000">
            <a:off x="7321375" y="-285749"/>
            <a:ext cx="1822624" cy="13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Heli ja muusika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Ambientsed, häiritud helid - tuulesumin, raadiosumin, madalad toonid, lamp buzzing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Kasutatavad tööriistad: FL Studio. Erinevad TTS lahendused, </a:t>
            </a: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EAS-laadsed hoiatustoonid ja moonutatud TTS-sõnumid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Originaalne mini-soundtrack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Eesmärk on see, et heli loob suuremast ajast rohkem hirmu kui visuaal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Inspiratsioonid 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Fears to Fathom - lühike episoodiline õudus, mis kasutab realistlikke olukordi ja atmosfääri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Paratopic, Silent Hill (PS1) , The Observation Duty 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Analog Horror (Local58, Mandela Catalogue)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Cicada 3301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Half-Life ja Source Engine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Järgmised sammud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Disainidokumendi koostamine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Puslemehhaanika ideede loomine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Soundtracki ja TTS katsetused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Research ja story writing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